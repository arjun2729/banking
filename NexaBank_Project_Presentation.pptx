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NexaBank: Banking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46070"/>
                </a:solidFill>
                <a:latin typeface="Calibri"/>
              </a:defRPr>
            </a:pPr>
            <a:r>
              <a:t>Project presentation draft based on the current Flask + MySQL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A modern web application for account management and day-to-day banking actions</a:t>
            </a:r>
          </a:p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Supports registration, authentication, deposits, withdrawals, transfers, and transaction history</a:t>
            </a:r>
          </a:p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Built with pragmatic architecture for clarity, correctness, and extensibility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Problem Statement and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577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51206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Personal banking actions are often fragmented across multiple tools.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Users need quick, reliable access to balances and transaction records.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Financial operations must be accurate, traceable, and secure.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6634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Create one intuitive dashboard for core banking operations.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Guarantee transactional consistency for money movement.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Deliver a clean UX that feels modern and trustworthy.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Project Scope and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Authentication and User Management</a:t>
            </a:r>
          </a:p>
          <a:p>
            <a:pPr lvl="1">
              <a:defRPr sz="1800">
                <a:solidFill>
                  <a:srgbClr val="546070"/>
                </a:solidFill>
                <a:latin typeface="Calibri"/>
              </a:defRPr>
            </a:pPr>
            <a:r>
              <a:t>Register, login, logout, password hashing, profile updates</a:t>
            </a:r>
          </a:p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Account Lifecycle</a:t>
            </a:r>
          </a:p>
          <a:p>
            <a:pPr lvl="1">
              <a:defRPr sz="1800">
                <a:solidFill>
                  <a:srgbClr val="546070"/>
                </a:solidFill>
                <a:latin typeface="Calibri"/>
              </a:defRPr>
            </a:pPr>
            <a:r>
              <a:t>Auto-create checking account on registration</a:t>
            </a:r>
          </a:p>
          <a:p>
            <a:pPr lvl="1">
              <a:defRPr sz="1800">
                <a:solidFill>
                  <a:srgbClr val="546070"/>
                </a:solidFill>
                <a:latin typeface="Calibri"/>
              </a:defRPr>
            </a:pPr>
            <a:r>
              <a:t>Create additional savings/checking account (one per type)</a:t>
            </a:r>
          </a:p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Money Movement</a:t>
            </a:r>
          </a:p>
          <a:p>
            <a:pPr lvl="1">
              <a:defRPr sz="1800">
                <a:solidFill>
                  <a:srgbClr val="546070"/>
                </a:solidFill>
                <a:latin typeface="Calibri"/>
              </a:defRPr>
            </a:pPr>
            <a:r>
              <a:t>Deposit and withdrawal with balance checks</a:t>
            </a:r>
          </a:p>
          <a:p>
            <a:pPr lvl="1">
              <a:defRPr sz="1800">
                <a:solidFill>
                  <a:srgbClr val="546070"/>
                </a:solidFill>
                <a:latin typeface="Calibri"/>
              </a:defRPr>
            </a:pPr>
            <a:r>
              <a:t>Internal transfer with lock ordering to prevent deadlocks</a:t>
            </a:r>
          </a:p>
          <a:p>
            <a:pPr>
              <a:spcAft>
                <a:spcPts val="1000"/>
              </a:spcAft>
              <a:defRPr sz="2400">
                <a:solidFill>
                  <a:srgbClr val="1A202C"/>
                </a:solidFill>
                <a:latin typeface="Calibri"/>
              </a:defRPr>
            </a:pPr>
            <a:r>
              <a:t>Insights and Reporting</a:t>
            </a:r>
          </a:p>
          <a:p>
            <a:pPr lvl="1">
              <a:defRPr sz="1800">
                <a:solidFill>
                  <a:srgbClr val="546070"/>
                </a:solidFill>
                <a:latin typeface="Calibri"/>
              </a:defRPr>
            </a:pPr>
            <a:r>
              <a:t>Dashboard KPIs, recent activity, and full transaction history with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User Journey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1.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2860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Register account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Secure login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Session starts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743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2. Daily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14600"/>
            <a:ext cx="22860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View dashboard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Check balances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Open savings/checking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743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0116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3.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514600"/>
            <a:ext cx="22860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Deposit / Withdraw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Transfer between accounts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See instant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1031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01168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4.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514600"/>
            <a:ext cx="164591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Filter history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Paginated logs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Review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Monolithic Flask application with clear separation across routing, DB access, templates, and static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Jinja templates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Reusable base layout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CSS + lightweight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29000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Flask routes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Session auth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Validation + business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108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9260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429000"/>
            <a:ext cx="26517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MySQL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users / accounts / transactions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Atomic updates with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Database Schema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749039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3291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291839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id (PK)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full_name, email (unique), phone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password_hash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3749039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011680"/>
            <a:ext cx="3291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514600"/>
            <a:ext cx="3291839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id (PK), user_id (FK)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account_type: checking/savings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account_no (unique)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balance,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828800"/>
            <a:ext cx="2834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01168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514600"/>
            <a:ext cx="237744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account_id (FK)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type, amount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balance_after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description, related_account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Transaction Integrity and 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All money mutations are wrapped in explicit MySQL transactions (commit/rollback).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`SELECT ... FOR UPDATE` is used for balance reads before updates.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Transfer flow locks accounts in sorted ID order to avoid deadlocks.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Every operation writes an immutable transaction record with resulting balance.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Validation blocks invalid inputs: negative amounts, same-account transfers, insufficient funds.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Security and Reliability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5029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Passwords stored with Werkzeug hashing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Session-based authentication + route guards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Parameterized SQL queries to reduce injection risk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Scoped account access by authenticated user ID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Centralized error handling with user-safe messaging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Next Hardening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466344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Enable CSRF protection for all forms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Move secrets to secure environment management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Add rate limiting for login and sensitive endpoints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Introduce audit logs and alerting for anomalous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UI/UX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Consistent component system across templates (`base.html`, form cards, tables, badges).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Dashboard-first experience with total balance, account list, and recent transaction view.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Dedicated pages for deposit, withdrawal, transfer, account detail, and profile settings.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Transaction history supports account/type/date filtering with pagination.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Visual cues for credits vs debits improve scanning and reduce user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Local Setup and Demo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How to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029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1) Install dependencies from requirements.txt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2) Provision MySQL and run schema.sql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3) Set DB_HOST / DB_USER / DB_PASSWORD / DB_NAME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4) Start with: python app.py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5) Open http://localhost:5000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Live Demo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Create user and auto-generated account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Open second account (savings/checking)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Deposit, withdraw, and transfer funds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Show dashboard refresh and transaction logs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Filter transaction history by date and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Current Limitations and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Single-app deployment model: no horizontal scaling strategy yet.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No automated test suite currently included in repository.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No role-based permissions beyond per-user account scoping.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Limited observability (metrics, tracing, and structured logs).</a:t>
            </a:r>
          </a:p>
          <a:p>
            <a:pPr>
              <a:spcAft>
                <a:spcPts val="1000"/>
              </a:spcAft>
              <a:defRPr sz="2100">
                <a:solidFill>
                  <a:srgbClr val="1A202C"/>
                </a:solidFill>
                <a:latin typeface="Calibri"/>
              </a:defRPr>
            </a:pPr>
            <a:r>
              <a:t>No external integrations yet (payments, notifications, statement export).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Calibri"/>
              </a:defRPr>
            </a:pPr>
            <a:r>
              <a:t>Roadmap and Next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01752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Automated tests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CSRF + security hardening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Improved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14600"/>
            <a:ext cx="301752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Admin and reporting panel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Monthly statements (PDF/CSV)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Notification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24A9E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514600"/>
            <a:ext cx="301752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Containerized deployment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CI/CD and monitoring</a:t>
            </a:r>
          </a:p>
          <a:p>
            <a:pPr>
              <a:spcAft>
                <a:spcPts val="700"/>
              </a:spcAft>
              <a:defRPr sz="1600">
                <a:solidFill>
                  <a:srgbClr val="1A202C"/>
                </a:solidFill>
              </a:defRPr>
            </a:pPr>
            <a:r>
              <a:t>API layer for mobile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46070"/>
                </a:solidFill>
                <a:latin typeface="Calibri"/>
              </a:defRPr>
            </a:pPr>
            <a:r>
              <a:t>NexaBank Project Draft |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